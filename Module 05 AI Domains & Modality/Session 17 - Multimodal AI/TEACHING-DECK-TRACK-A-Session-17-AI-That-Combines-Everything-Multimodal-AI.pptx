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embeddedFontLst>
    <p:embeddedFont>
      <p:font typeface="Roboto" panose="02000000000000000000" pitchFamily="2" charset="0"/>
      <p:regular r:id="rId27"/>
      <p:bold r:id="rId28"/>
      <p:italic r:id="rId29"/>
    </p:embeddedFont>
    <p:embeddedFont>
      <p:font typeface="Roboto Slab" pitchFamily="2" charset="0"/>
      <p:regular r:id="rId30"/>
      <p:bold r:id="rId31"/>
    </p:embeddedFont>
    <p:embeddedFont>
      <p:font typeface="Roboto Slab Light" pitchFamily="2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37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leonardo.ai/" TargetMode="External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onardo.ai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amma.app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20863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17: 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20367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That Combines Everything - Multimodal AI</a:t>
            </a:r>
            <a:endParaRPr lang="en-US" sz="3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2268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242115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be able to: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8932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155156"/>
            <a:ext cx="3512653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574" y="3275905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 Multimodal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574" y="3633589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what Multimodal AI is in your own words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39521" y="28932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21" y="3155156"/>
            <a:ext cx="3512653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9521" y="327590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Know Modalities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39521" y="3633589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what a modality is — words, pictures, sounds, video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017468" y="28932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3155156"/>
            <a:ext cx="3512653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17468" y="3275905"/>
            <a:ext cx="22594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See AI Combine Senses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17468" y="3633589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how AI combines senses to do amazing things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61574" y="445214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4697611"/>
            <a:ext cx="3512653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574" y="48348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Leonardo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1574" y="519251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your words into a video with Canva's Leonardo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339521" y="445214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21" y="4697611"/>
            <a:ext cx="3512653" cy="190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39521" y="48348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Gamma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339521" y="519251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your words into a full slideshow presentation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017468" y="445214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4697611"/>
            <a:ext cx="3512653" cy="190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17468" y="4834830"/>
            <a:ext cx="23586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Connect the Framework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017468" y="519251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back to the Sense → Think → Act framework from Session 1</a:t>
            </a:r>
            <a:endParaRPr lang="en-US" sz="13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D52A4B-46D7-BB28-D997-95679CD69BED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61574" y="3164681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849302-DE3C-10B6-1294-76EFBFB8A571}"/>
              </a:ext>
            </a:extLst>
          </p:cNvPr>
          <p:cNvCxnSpPr/>
          <p:nvPr/>
        </p:nvCxnSpPr>
        <p:spPr>
          <a:xfrm>
            <a:off x="4331620" y="3158463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039919-8164-A7E9-1A49-C82CF95A3AC1}"/>
              </a:ext>
            </a:extLst>
          </p:cNvPr>
          <p:cNvCxnSpPr/>
          <p:nvPr/>
        </p:nvCxnSpPr>
        <p:spPr>
          <a:xfrm>
            <a:off x="7979884" y="3158460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1D0548-7AF6-BBBD-BF83-754E684D96D7}"/>
              </a:ext>
            </a:extLst>
          </p:cNvPr>
          <p:cNvCxnSpPr/>
          <p:nvPr/>
        </p:nvCxnSpPr>
        <p:spPr>
          <a:xfrm>
            <a:off x="661574" y="4716669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889752-91E2-E8CD-B218-690452B94D3C}"/>
              </a:ext>
            </a:extLst>
          </p:cNvPr>
          <p:cNvCxnSpPr/>
          <p:nvPr/>
        </p:nvCxnSpPr>
        <p:spPr>
          <a:xfrm>
            <a:off x="4322281" y="4716672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71EC3B7-365B-F29B-8722-99B09A8EB66F}"/>
              </a:ext>
            </a:extLst>
          </p:cNvPr>
          <p:cNvCxnSpPr/>
          <p:nvPr/>
        </p:nvCxnSpPr>
        <p:spPr>
          <a:xfrm>
            <a:off x="8007872" y="4716669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5162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&amp; Homework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816398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2329061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Reflection Questions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2835573"/>
            <a:ext cx="6296860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did you spot Voice AI?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your hands-on make a fun AI voice?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any Voice AI mishear you?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33360" y="4191695"/>
            <a:ext cx="36143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Quick Check from Last Module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33360" y="4698206"/>
            <a:ext cx="6296860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recipe?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 recipe? 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 recipe? 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26256"/>
            <a:ext cx="880405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Warm-Up : How Do YOU Use Your Senses?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291034"/>
            <a:ext cx="2562062" cy="2562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405983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SEE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1291034"/>
            <a:ext cx="2562161" cy="25622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30303" y="405993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HEAR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1291034"/>
            <a:ext cx="2562161" cy="25622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9132" y="405993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FEEL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1291034"/>
            <a:ext cx="2562161" cy="25622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67960" y="405993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SMELL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61574" y="4504432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61574" y="4955084"/>
            <a:ext cx="10868547" cy="1190625"/>
          </a:xfrm>
          <a:prstGeom prst="roundRect">
            <a:avLst>
              <a:gd name="adj" fmla="val 20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68" y="5199261"/>
            <a:ext cx="258359" cy="2066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50522" y="5145187"/>
            <a:ext cx="10114305" cy="81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use ALL your senses TOGETHER. You don't just "see." You see + hear + feel - all at once.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 question: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if AI could do that too?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1001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a "Modality"?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357438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Modality is a TYPE of input or output.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Don't be scared by the word - it just means a "kind of sense" for AI.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874268"/>
            <a:ext cx="2008336" cy="20083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5089327"/>
            <a:ext cx="20083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577" y="2874268"/>
            <a:ext cx="2008336" cy="20083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76577" y="5089327"/>
            <a:ext cx="20083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580" y="2874268"/>
            <a:ext cx="2008435" cy="20084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91580" y="5089426"/>
            <a:ext cx="20084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Audio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683" y="2874268"/>
            <a:ext cx="2008336" cy="20083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06683" y="5089327"/>
            <a:ext cx="20083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Video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1686" y="2874268"/>
            <a:ext cx="2008435" cy="200848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21686" y="5089426"/>
            <a:ext cx="20084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Code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88652"/>
            <a:ext cx="5191888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Multimodal AI?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1237655"/>
            <a:ext cx="6906444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AI = AI that uses MORE THAN ONE modality at once.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1740892"/>
            <a:ext cx="6296860" cy="1036935"/>
          </a:xfrm>
          <a:prstGeom prst="roundRect">
            <a:avLst>
              <a:gd name="adj" fmla="val 235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43239" y="1922661"/>
            <a:ext cx="20350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 → Image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3239" y="2273102"/>
            <a:ext cx="593333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 story prompt, get a picture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1475" y="2938066"/>
            <a:ext cx="6296860" cy="1036935"/>
          </a:xfrm>
          <a:prstGeom prst="roundRect">
            <a:avLst>
              <a:gd name="adj" fmla="val 235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3239" y="3119834"/>
            <a:ext cx="20350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→ Text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3239" y="3470275"/>
            <a:ext cx="593333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a photo, AI describes it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1475" y="4135239"/>
            <a:ext cx="6296860" cy="1036935"/>
          </a:xfrm>
          <a:prstGeom prst="roundRect">
            <a:avLst>
              <a:gd name="adj" fmla="val 235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43239" y="4317008"/>
            <a:ext cx="20350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Video → Text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3239" y="4667448"/>
            <a:ext cx="593333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 auto-summaries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1475" y="5332413"/>
            <a:ext cx="6296860" cy="1036935"/>
          </a:xfrm>
          <a:prstGeom prst="roundRect">
            <a:avLst>
              <a:gd name="adj" fmla="val 235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3239" y="5514181"/>
            <a:ext cx="20350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 → Video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239" y="5864622"/>
            <a:ext cx="593333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 prompt, generate a video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10233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Remember 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493044"/>
            <a:ext cx="506638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Sense → Think → Act?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574" y="2257822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learned: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AI follows this pattern 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Multimodal AI takes it to the next level.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574" y="2774652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574" y="3225304"/>
            <a:ext cx="10868547" cy="2722364"/>
          </a:xfrm>
          <a:prstGeom prst="roundRect">
            <a:avLst>
              <a:gd name="adj" fmla="val 91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7924" y="3231654"/>
            <a:ext cx="10855847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33218" y="3337223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0355" y="3337223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4317" y="3337223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78279" y="3337223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924" y="3773587"/>
            <a:ext cx="10855847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3218" y="3879155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📖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NLP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0355" y="3879155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(words)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4317" y="3879155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78279" y="3879155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924" y="4315520"/>
            <a:ext cx="10855847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3218" y="4421088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👁️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0355" y="4421088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(pixels)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4317" y="4421088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8279" y="4421088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924" y="4857452"/>
            <a:ext cx="10855847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33218" y="4963021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🎤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Voice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0355" y="4963021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 (sound)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4317" y="4963021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8279" y="4963021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924" y="5399385"/>
            <a:ext cx="10855847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3218" y="5504954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🤯</a:t>
            </a:r>
            <a:r>
              <a:rPr lang="en-US" sz="16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Multimodal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50355" y="5504954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of the above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4317" y="5504954"/>
            <a:ext cx="298660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at once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78279" y="5504954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ways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330351"/>
            <a:ext cx="534200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1 - Spot the Modalities!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1574" y="1515372"/>
            <a:ext cx="10868547" cy="3001169"/>
          </a:xfrm>
          <a:prstGeom prst="roundRect">
            <a:avLst>
              <a:gd name="adj" fmla="val 78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924" y="1521722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5182" y="1617567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happening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22100" y="1617567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03053" y="1617567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924" y="2019800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5182" y="2115646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"Draw a dragon" → image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22100" y="2115646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03053" y="2115646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924" y="2517878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5182" y="2613724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photo → AI describes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22100" y="2613724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03053" y="2613724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924" y="3015957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5182" y="3111802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"Make a robot dance video" → video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22100" y="3111802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03053" y="3111802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Video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924" y="3514035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5182" y="3609880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Speaking English on video → Spanish with lip-sync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22100" y="3609880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Audio +  Video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03053" y="3609880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 (Spanish) +  Video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7924" y="4012113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5182" y="4107958"/>
            <a:ext cx="518603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watches game → summary article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22100" y="4107958"/>
            <a:ext cx="3270069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Video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03053" y="4107958"/>
            <a:ext cx="327324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📝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1574" y="4637782"/>
            <a:ext cx="1147813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574" y="5050830"/>
            <a:ext cx="10868547" cy="959842"/>
          </a:xfrm>
          <a:prstGeom prst="roundRect">
            <a:avLst>
              <a:gd name="adj" fmla="val 245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33" y="5268416"/>
            <a:ext cx="245461" cy="19635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21154" y="5224363"/>
            <a:ext cx="1015190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the magic?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Different modalities IN, different OUT. Sometimes both. The MORE modalities AI can combine, the MORE useful and powerful it gets.</a:t>
            </a:r>
            <a:endParaRPr lang="en-US" sz="15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A525391F-9015-53B5-3895-4F2C6B72E8F4}"/>
              </a:ext>
            </a:extLst>
          </p:cNvPr>
          <p:cNvSpPr/>
          <p:nvPr/>
        </p:nvSpPr>
        <p:spPr>
          <a:xfrm>
            <a:off x="661574" y="994819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example, name the modalities going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Options: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Text /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🖼️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Image /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🎵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Audio /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🎬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Video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1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49759"/>
            <a:ext cx="697728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Multimodal AI is a BIG Deal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14538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465189"/>
            <a:ext cx="5351626" cy="2626221"/>
          </a:xfrm>
          <a:prstGeom prst="roundRect">
            <a:avLst>
              <a:gd name="adj" fmla="val 94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649538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Multimodal AI - 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had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tools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couldn't talk to each other: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410347"/>
            <a:ext cx="4982939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AI for text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AI for pictures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AI for voice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couldn't really "talk" to each other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465189"/>
            <a:ext cx="5351626" cy="2626221"/>
          </a:xfrm>
          <a:prstGeom prst="roundRect">
            <a:avLst>
              <a:gd name="adj" fmla="val 94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649538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Multimodal AI - 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AI can do it ALL simultaneously: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3410347"/>
            <a:ext cx="4982939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at your photo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your question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about both at once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with words OR pictures OR a video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574" y="5277445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45753"/>
            <a:ext cx="904544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Multimodal Examples You've Already Used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793180"/>
            <a:ext cx="2562062" cy="2562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456197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Snapchat Filters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574" y="4919663"/>
            <a:ext cx="256206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(vision) + tracking your face (vision) + voice prompts (voice)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1793180"/>
            <a:ext cx="2562161" cy="25622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0303" y="456207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Siri Search Results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30303" y="4919762"/>
            <a:ext cx="2562161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(you talking) + text (search results) + sometimes images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1793180"/>
            <a:ext cx="2562161" cy="25622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9132" y="456207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Google Lens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199132" y="4919762"/>
            <a:ext cx="2562161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+ text - translates signs in real-time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1793180"/>
            <a:ext cx="2562161" cy="25622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67960" y="4562078"/>
            <a:ext cx="234467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YouTube Auto-Captions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967960" y="4919762"/>
            <a:ext cx="2562161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 (the voice in the video) + text (captions on screen)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2895"/>
            <a:ext cx="587261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Magic of Text → Video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387673"/>
            <a:ext cx="6296860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of the coolest multimodal jobs: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turning a sentence into a video.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type: </a:t>
            </a: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cat playing piano on a rooftop at sunset."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33360" y="2421334"/>
            <a:ext cx="3065783" cy="891977"/>
          </a:xfrm>
          <a:prstGeom prst="roundRect">
            <a:avLst>
              <a:gd name="adj" fmla="val 278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17704" y="2605683"/>
            <a:ext cx="269709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🐱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Subject - What does a cat look like?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64437" y="2421334"/>
            <a:ext cx="3065783" cy="891977"/>
          </a:xfrm>
          <a:prstGeom prst="roundRect">
            <a:avLst>
              <a:gd name="adj" fmla="val 278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48781" y="2605683"/>
            <a:ext cx="269709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🎹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Object - What does a piano look like?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33360" y="3478609"/>
            <a:ext cx="3065783" cy="891977"/>
          </a:xfrm>
          <a:prstGeom prst="roundRect">
            <a:avLst>
              <a:gd name="adj" fmla="val 278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17704" y="3662958"/>
            <a:ext cx="269709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🌅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Lighting - What does sunset lighting look like?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64437" y="3478609"/>
            <a:ext cx="3065783" cy="891977"/>
          </a:xfrm>
          <a:prstGeom prst="roundRect">
            <a:avLst>
              <a:gd name="adj" fmla="val 278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48781" y="3662958"/>
            <a:ext cx="269709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Motion - How do these things move and combine?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33360" y="4556621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007273"/>
            <a:ext cx="6296860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55" y="5251450"/>
            <a:ext cx="258359" cy="2066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22308" y="5197376"/>
            <a:ext cx="554261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generates: 🎬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real video of exactly that scene!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from one sentence. 🤯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054795"/>
            <a:ext cx="474432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Meet Leonardo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838623"/>
            <a:ext cx="10868547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Leonardo.Ai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powerful, creator-first generative AI platform designed for producing professional-quality images, textures, and videos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86248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68" y="2851547"/>
            <a:ext cx="496081" cy="4960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291" y="2987873"/>
            <a:ext cx="223237" cy="2232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868" y="351293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Generate Video Clips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78495" y="2686248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789" y="2851547"/>
            <a:ext cx="496081" cy="49609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0211" y="2987873"/>
            <a:ext cx="223237" cy="2232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43789" y="351293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Make Objects Move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61574" y="4102001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868" y="4267299"/>
            <a:ext cx="496081" cy="49609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3291" y="4403626"/>
            <a:ext cx="223237" cy="22324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6868" y="4928691"/>
            <a:ext cx="22378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Lighting &amp; Atmosphere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178495" y="4102001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789" y="4267299"/>
            <a:ext cx="496081" cy="49609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80211" y="4403626"/>
            <a:ext cx="223237" cy="22324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43789" y="49286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Matching Audio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661574" y="5538490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58379"/>
            <a:ext cx="714644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2 - Plan Your Video!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05806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we generate, let's plan a great video prompt.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522637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70698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9521" y="2522637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3865" y="270698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Subject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2522637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01812" y="270698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🌍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Setting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3321447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50579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✨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Style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495" y="3321447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838" y="350579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🎥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Details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1574" y="4140994"/>
            <a:ext cx="10868547" cy="1372592"/>
          </a:xfrm>
          <a:prstGeom prst="roundRect">
            <a:avLst>
              <a:gd name="adj" fmla="val 1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385171"/>
            <a:ext cx="258359" cy="20667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50522" y="4331097"/>
            <a:ext cx="10114305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this template: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"[Subject] is [doing action] in [setting]. [Style + details]."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"A golden retriever is surfing on a giant pizza in the ocean. Cartoon style, bright sunny day, happy mood."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39006"/>
            <a:ext cx="507729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Sample Prompts to Try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25471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one - or write your own! Your prompt should be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and DESCRIPTIVE.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303264"/>
            <a:ext cx="3512653" cy="1890613"/>
          </a:xfrm>
          <a:prstGeom prst="roundRect">
            <a:avLst>
              <a:gd name="adj" fmla="val 131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7" y="2223095"/>
            <a:ext cx="198433" cy="1984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961" y="4075609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64" y="257036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🐉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Dragon Teacher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8664" y="2934395"/>
            <a:ext cx="297847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friendly dragon is teaching a class of children. Cartoon style, magical school, warm lighting."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39521" y="2303264"/>
            <a:ext cx="3512653" cy="1890613"/>
          </a:xfrm>
          <a:prstGeom prst="roundRect">
            <a:avLst>
              <a:gd name="adj" fmla="val 131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354" y="2223095"/>
            <a:ext cx="198433" cy="19843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908" y="4075609"/>
            <a:ext cx="198433" cy="1984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06611" y="257036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Moon Dancer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606611" y="2934395"/>
            <a:ext cx="297847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 astronaut is dancing on the moon. Realistic style, stars in the background, slow-motion."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8017468" y="2303264"/>
            <a:ext cx="3512653" cy="1890613"/>
          </a:xfrm>
          <a:prstGeom prst="roundRect">
            <a:avLst>
              <a:gd name="adj" fmla="val 131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1" y="2223095"/>
            <a:ext cx="198433" cy="19843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855" y="4075609"/>
            <a:ext cx="198433" cy="1984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84558" y="257036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🦖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Chess Match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8284558" y="2934395"/>
            <a:ext cx="297847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T-Rex is playing chess against a robot. Funny cartoon, dim room, dramatic chess music."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661574" y="4359176"/>
            <a:ext cx="5351626" cy="1559818"/>
          </a:xfrm>
          <a:prstGeom prst="roundRect">
            <a:avLst>
              <a:gd name="adj" fmla="val 159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7" y="4279007"/>
            <a:ext cx="198433" cy="198438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935" y="5800725"/>
            <a:ext cx="198433" cy="19843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28664" y="462627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🌊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Whale at Sunset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928664" y="4990306"/>
            <a:ext cx="4817446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whale is leaping out of the ocean at sunset. Cinematic, glowing orange sky, slow motion."</a:t>
            </a:r>
            <a:endParaRPr lang="en-US" sz="1600" dirty="0"/>
          </a:p>
        </p:txBody>
      </p:sp>
      <p:sp>
        <p:nvSpPr>
          <p:cNvPr id="24" name="Shape 14"/>
          <p:cNvSpPr/>
          <p:nvPr/>
        </p:nvSpPr>
        <p:spPr>
          <a:xfrm>
            <a:off x="6178495" y="4359176"/>
            <a:ext cx="5351626" cy="1559818"/>
          </a:xfrm>
          <a:prstGeom prst="roundRect">
            <a:avLst>
              <a:gd name="adj" fmla="val 159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28" y="4279007"/>
            <a:ext cx="198433" cy="198438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855" y="5800725"/>
            <a:ext cx="198433" cy="19843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445585" y="462627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🐱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DJ Cat</a:t>
            </a:r>
            <a:endParaRPr lang="en-US" sz="1600" dirty="0"/>
          </a:p>
        </p:txBody>
      </p:sp>
      <p:sp>
        <p:nvSpPr>
          <p:cNvPr id="28" name="Text 16"/>
          <p:cNvSpPr/>
          <p:nvPr/>
        </p:nvSpPr>
        <p:spPr>
          <a:xfrm>
            <a:off x="6445585" y="4990306"/>
            <a:ext cx="4817446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cat is wearing sunglasses and DJing at a beach party. Cartoon style, palm trees, party lights."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38795"/>
            <a:ext cx="985862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Part 1 - Make Your Video!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05273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to generate.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22210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4064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</a:t>
            </a:r>
            <a:r>
              <a:rPr lang="en-US" sz="1600" u="sng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Leonardo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574" y="301456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5918" y="31989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Paste Your Prompt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380702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399137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Click Generate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4599484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4783832"/>
            <a:ext cx="21246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Wait 30–60 Seconds…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1574" y="5391944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5918" y="557629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Watch the Video!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63848"/>
            <a:ext cx="490773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Just Happened?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111276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Behind the scenes, Leonardo did something WILD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combined everything you've learned in Module 5: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28106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812455"/>
            <a:ext cx="207778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Read Your Prompt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9521" y="2628106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3865" y="2812455"/>
            <a:ext cx="244032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🧠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Understood Every Part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2628106"/>
            <a:ext cx="351265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01812" y="281245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🖼️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Generated Pixels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342691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611265"/>
            <a:ext cx="26716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Strung Frames Together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495" y="342691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838" y="3611265"/>
            <a:ext cx="270900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🎵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Added Matching Sounds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574" y="4246463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574" y="4697115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941292"/>
            <a:ext cx="258359" cy="2066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50522" y="4887218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That's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modalities working together.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438" y="82649"/>
            <a:ext cx="4224629" cy="66927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38985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Meet Gamma - Multimodal for Slides!</a:t>
            </a:r>
            <a:endParaRPr lang="en-US" sz="3250" dirty="0"/>
          </a:p>
        </p:txBody>
      </p:sp>
      <p:sp>
        <p:nvSpPr>
          <p:cNvPr id="5" name="Text 1"/>
          <p:cNvSpPr/>
          <p:nvPr/>
        </p:nvSpPr>
        <p:spPr>
          <a:xfrm>
            <a:off x="661475" y="2671366"/>
            <a:ext cx="6296860" cy="1178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Gamma is another multimodal AI - but for SLIDES and PRESENTATIONS.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give it a topic. It makes an entire slideshow.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61475" y="4035822"/>
            <a:ext cx="306578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45819" y="422017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Text for Slides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92552" y="4035822"/>
            <a:ext cx="306578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076896" y="422017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🖼️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Images &amp; Icons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1475" y="4834632"/>
            <a:ext cx="306578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45819" y="50189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🎨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Layout &amp; Design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892552" y="4834632"/>
            <a:ext cx="3065783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076896" y="50189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✨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Full Presentation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15355"/>
            <a:ext cx="9494997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Part 2 - Make Your Slides! </a:t>
            </a:r>
            <a:r>
              <a:rPr lang="en-US" sz="30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📊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574" y="1184970"/>
            <a:ext cx="25735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Steps to Follow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574" y="1654373"/>
            <a:ext cx="5359663" cy="658614"/>
          </a:xfrm>
          <a:prstGeom prst="roundRect">
            <a:avLst>
              <a:gd name="adj" fmla="val 357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7683" y="1830487"/>
            <a:ext cx="5007445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</a:t>
            </a:r>
            <a:r>
              <a:rPr lang="en-US" sz="1500" b="1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gamma.app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0458" y="1654373"/>
            <a:ext cx="5359663" cy="658614"/>
          </a:xfrm>
          <a:prstGeom prst="roundRect">
            <a:avLst>
              <a:gd name="adj" fmla="val 357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46567" y="1830487"/>
            <a:ext cx="5007445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"New" → "Generate"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1574" y="2462213"/>
            <a:ext cx="5359663" cy="658614"/>
          </a:xfrm>
          <a:prstGeom prst="roundRect">
            <a:avLst>
              <a:gd name="adj" fmla="val 357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37683" y="2638326"/>
            <a:ext cx="5007445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a topic - anything you want!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0458" y="2462213"/>
            <a:ext cx="5359663" cy="658614"/>
          </a:xfrm>
          <a:prstGeom prst="roundRect">
            <a:avLst>
              <a:gd name="adj" fmla="val 357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46567" y="2638326"/>
            <a:ext cx="5007445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Watch Gamma build you a complete slideshow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1574" y="3288705"/>
            <a:ext cx="1147813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30 seconds, you'll have a full presentation. 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574" y="3818930"/>
            <a:ext cx="25735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Topic Ideas to Try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1574" y="4288334"/>
            <a:ext cx="3523368" cy="965002"/>
          </a:xfrm>
          <a:prstGeom prst="roundRect">
            <a:avLst>
              <a:gd name="adj" fmla="val 244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7683" y="4464447"/>
            <a:ext cx="3171150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"Top 5 facts about dolphins for a school project"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34163" y="4288334"/>
            <a:ext cx="3523368" cy="965002"/>
          </a:xfrm>
          <a:prstGeom prst="roundRect">
            <a:avLst>
              <a:gd name="adj" fmla="val 244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10272" y="4464447"/>
            <a:ext cx="3171150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presentation on mythical creatures"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6753" y="4288334"/>
            <a:ext cx="3523368" cy="965002"/>
          </a:xfrm>
          <a:prstGeom prst="roundRect">
            <a:avLst>
              <a:gd name="adj" fmla="val 244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82862" y="4464447"/>
            <a:ext cx="3171150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"Climate change explained for 5th graders"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1574" y="5421213"/>
            <a:ext cx="10868547" cy="653455"/>
          </a:xfrm>
          <a:prstGeom prst="roundRect">
            <a:avLst>
              <a:gd name="adj" fmla="val 36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33" y="5638800"/>
            <a:ext cx="245461" cy="1963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21154" y="5594747"/>
            <a:ext cx="1076149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 pick your own topic - something you're passionate about!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31888"/>
            <a:ext cx="676813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Leonardo and Gamma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979315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429966"/>
            <a:ext cx="10868547" cy="3296047"/>
          </a:xfrm>
          <a:prstGeom prst="roundRect">
            <a:avLst>
              <a:gd name="adj" fmla="val 7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3317" y="2541885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0454" y="2541885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Leonardo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67026" y="2541885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Gamma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317" y="3090168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0454" y="3090168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67026" y="3090168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 / outline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317" y="3638451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0454" y="3638451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video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67026" y="3638451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slideshow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317" y="4186734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0454" y="4186734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Storytelling, creative scenes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67026" y="4186734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School projects, presentations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317" y="4735016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Modalities mixed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50454" y="4735016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→ Video + Audio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67026" y="4735016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→ Text + Images +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317" y="5283299"/>
            <a:ext cx="298978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0454" y="5283299"/>
            <a:ext cx="428921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30–60 seconds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67026" y="5283299"/>
            <a:ext cx="440103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~30 seconds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12850"/>
            <a:ext cx="718722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Reflection - What Did You Notice?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977628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AI is powerful. The more powerful, the more careful we have to be.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556470"/>
            <a:ext cx="26875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Discussion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574" y="3062982"/>
            <a:ext cx="10868547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tool did you like better - Leonardo or Gamma?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surprised you about each one?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did AI get RIGHT? What did it get WRONG?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574" y="4419104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Bigger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574" y="4925616"/>
            <a:ext cx="10868547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✨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Cool side: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could you use these for school? Or for fun? Or for storytelling?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Careful side: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if someone made a FAKE video of someone real? Could it fool people?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74006"/>
            <a:ext cx="707987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We Learned in this Session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421434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872085"/>
            <a:ext cx="3512653" cy="1255613"/>
          </a:xfrm>
          <a:prstGeom prst="roundRect">
            <a:avLst>
              <a:gd name="adj" fmla="val 197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30564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414117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type of input or output - text, image, audio, video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521" y="2872085"/>
            <a:ext cx="3512653" cy="1255613"/>
          </a:xfrm>
          <a:prstGeom prst="roundRect">
            <a:avLst>
              <a:gd name="adj" fmla="val 197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23865" y="30564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Multimodal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865" y="3414117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uses more than one modality at once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872085"/>
            <a:ext cx="3512653" cy="1255613"/>
          </a:xfrm>
          <a:prstGeom prst="roundRect">
            <a:avLst>
              <a:gd name="adj" fmla="val 197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01812" y="3056434"/>
            <a:ext cx="21316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Sense → Think → 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3414117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unifying recipe for ALL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4292997"/>
            <a:ext cx="5351626" cy="990997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5918" y="44773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Leonardo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918" y="4835029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→ video - and you made one!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4292997"/>
            <a:ext cx="5351626" cy="990997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2838" y="44773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Gamma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2838" y="4835029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 → full slideshow - and you made one!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42131"/>
            <a:ext cx="8150120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Homework - Multimodal Detective </a:t>
            </a: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574" y="1294209"/>
            <a:ext cx="1147813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Multimodal AI in your daily life this week.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Mission: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Spot </a:t>
            </a:r>
            <a:r>
              <a:rPr lang="en-US" sz="14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examples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AI using MORE THAN ONE modality.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574" y="1777901"/>
            <a:ext cx="24998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to Look For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574" y="2211288"/>
            <a:ext cx="3533488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9448" y="2379166"/>
            <a:ext cx="31977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📷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Snapchat or Instagram filters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(vision + sometimes audio)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29004" y="2211288"/>
            <a:ext cx="3533587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96878" y="2379166"/>
            <a:ext cx="31978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🎥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YouTube auto-captions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(audio → text)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996534" y="2211288"/>
            <a:ext cx="3533587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64407" y="2379166"/>
            <a:ext cx="31978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🌐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Google Lens 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(camera + text recognition)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574" y="3326904"/>
            <a:ext cx="3533488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9448" y="3494782"/>
            <a:ext cx="31977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📱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ChatGPT with image upload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(image + text)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29004" y="3326904"/>
            <a:ext cx="3533587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96878" y="3494782"/>
            <a:ext cx="31978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🎬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AI-generated videos online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(text → video + audio)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996534" y="3326904"/>
            <a:ext cx="3533587" cy="981670"/>
          </a:xfrm>
          <a:prstGeom prst="roundRect">
            <a:avLst>
              <a:gd name="adj" fmla="val 227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64407" y="3494782"/>
            <a:ext cx="3197840" cy="64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Gamma making slides from a prompt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(text → image + slides)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574" y="4459288"/>
            <a:ext cx="10868547" cy="1856581"/>
          </a:xfrm>
          <a:prstGeom prst="roundRect">
            <a:avLst>
              <a:gd name="adj" fmla="val 12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8038" y="4552355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39035" y="4552355"/>
            <a:ext cx="392340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Modalities 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56857" y="4552355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Modalities OUT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8038" y="5014913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39035" y="5014913"/>
            <a:ext cx="392340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56857" y="5014913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8038" y="5477470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2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39035" y="5477470"/>
            <a:ext cx="392340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56857" y="5477470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8038" y="5940028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3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39035" y="5940028"/>
            <a:ext cx="392340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56857" y="5940028"/>
            <a:ext cx="392658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76139"/>
            <a:ext cx="474432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🌟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42616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Want a stretch?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TWO modalities into one creation!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559447"/>
            <a:ext cx="5351626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6868" y="272474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✍️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Write a 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2559447"/>
            <a:ext cx="5351626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43789" y="2724745"/>
            <a:ext cx="213275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🖼️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Generate an Image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3320157"/>
            <a:ext cx="5351626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6868" y="348545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Add Narration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3320157"/>
            <a:ext cx="5351626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43789" y="348545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Generate a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574" y="4101604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4552255"/>
            <a:ext cx="3512653" cy="1129506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5918" y="4736604"/>
            <a:ext cx="314396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Story + Narration (ElevenLabs)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Audiobook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9521" y="4552255"/>
            <a:ext cx="3512653" cy="1129506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23865" y="4736604"/>
            <a:ext cx="314396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Story + Video (Leonardo)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Mini-Movie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7468" y="4552255"/>
            <a:ext cx="3512653" cy="1129506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01812" y="4736604"/>
            <a:ext cx="314396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+ Narration (ElevenLabs)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Narrated Illustration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🖼️🎤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52934"/>
            <a:ext cx="483639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Time: Session 18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835745"/>
            <a:ext cx="821054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in Everyday Life &amp; Across Industries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61574" y="260052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78487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Farming 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260052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278487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Music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339298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357733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Sports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339298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2838" y="357733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1574" y="418544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5918" y="436979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8495" y="418544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62838" y="436979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Transportation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574" y="497790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5918" y="51622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Medicine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8495" y="497790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62838" y="51622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1595</Words>
  <Application>Microsoft Office PowerPoint</Application>
  <PresentationFormat>Widescreen</PresentationFormat>
  <Paragraphs>294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Roboto</vt:lpstr>
      <vt:lpstr>Roboto Slab Light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</cp:lastModifiedBy>
  <cp:revision>2</cp:revision>
  <dcterms:created xsi:type="dcterms:W3CDTF">2026-06-15T11:09:16Z</dcterms:created>
  <dcterms:modified xsi:type="dcterms:W3CDTF">2026-06-16T05:00:59Z</dcterms:modified>
</cp:coreProperties>
</file>