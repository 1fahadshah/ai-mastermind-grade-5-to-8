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Roboto" panose="02000000000000000000" pitchFamily="2" charset="0"/>
      <p:regular r:id="rId24"/>
      <p:bold r:id="rId25"/>
      <p:italic r:id="rId26"/>
    </p:embeddedFont>
    <p:embeddedFont>
      <p:font typeface="Roboto Slab" pitchFamily="2" charset="0"/>
      <p:regular r:id="rId27"/>
      <p:bold r:id="rId28"/>
    </p:embeddedFont>
    <p:embeddedFont>
      <p:font typeface="Roboto Slab Light" pitchFamily="2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34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70634"/>
            <a:ext cx="624655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22: Discover &amp; Define</a:t>
            </a:r>
            <a:endParaRPr lang="en-US" sz="3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02854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Objectives: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250281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you'll have done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these: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76711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3029049"/>
            <a:ext cx="3512653" cy="19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574" y="31497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Pick YOUR Domain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574" y="3507482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what part of AI you'll investigate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39521" y="276711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21" y="3029049"/>
            <a:ext cx="3512653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9521" y="3149798"/>
            <a:ext cx="31956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Sharpen Your Research Question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339521" y="3507482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the Three-Part Test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017468" y="276711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8" y="3029049"/>
            <a:ext cx="3512653" cy="19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17468" y="3149798"/>
            <a:ext cx="308493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 the Paper Structure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17468" y="3507482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8 sections you'll write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61574" y="40614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4306888"/>
            <a:ext cx="3512653" cy="19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1574" y="4444107"/>
            <a:ext cx="21977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 Source Discovery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61574" y="4801791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8–12 candidates with Perplexity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339521" y="40614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21" y="4306888"/>
            <a:ext cx="3512653" cy="190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39521" y="4444107"/>
            <a:ext cx="30639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Commit to Your Hands-On Plan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339521" y="4801791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you'll explore next session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017468" y="40614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3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8" y="4306888"/>
            <a:ext cx="3512653" cy="190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17468" y="4444107"/>
            <a:ext cx="231223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Get Clear on Homework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017468" y="4801791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Abstract, intro, source filtering, and Related Work</a:t>
            </a:r>
            <a:endParaRPr lang="en-US" sz="13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CF6F3A-EDED-0771-43B4-016E359447B7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661574" y="3038574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A87A0D-931A-74B2-969F-F207CAC6DB1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4339521" y="3038574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20DEF1D-82E5-D461-7995-0709BE47883F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8017468" y="3038574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4DD1A8-DE13-3F87-5CF9-4092400F8AEC}"/>
              </a:ext>
            </a:extLst>
          </p:cNvPr>
          <p:cNvCxnSpPr>
            <a:stCxn id="17" idx="1"/>
            <a:endCxn id="17" idx="3"/>
          </p:cNvCxnSpPr>
          <p:nvPr/>
        </p:nvCxnSpPr>
        <p:spPr>
          <a:xfrm>
            <a:off x="661574" y="4316413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B4C6373-9609-B25C-3FAD-F9FBB85532C9}"/>
              </a:ext>
            </a:extLst>
          </p:cNvPr>
          <p:cNvCxnSpPr>
            <a:stCxn id="21" idx="1"/>
            <a:endCxn id="21" idx="3"/>
          </p:cNvCxnSpPr>
          <p:nvPr/>
        </p:nvCxnSpPr>
        <p:spPr>
          <a:xfrm>
            <a:off x="4339521" y="4316413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4DD79B1-A924-6118-B4DD-9277941A81D5}"/>
              </a:ext>
            </a:extLst>
          </p:cNvPr>
          <p:cNvCxnSpPr>
            <a:stCxn id="25" idx="1"/>
            <a:endCxn id="25" idx="3"/>
          </p:cNvCxnSpPr>
          <p:nvPr/>
        </p:nvCxnSpPr>
        <p:spPr>
          <a:xfrm>
            <a:off x="8017468" y="4316413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71922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Capstone Topic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619349"/>
            <a:ext cx="10868547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📚</a:t>
            </a: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Applications of AI in Various Domains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the specific area. Choose what you care about: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653010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83735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9521" y="2653010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3865" y="283735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Sports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7468" y="2653010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01812" y="283735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Music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574" y="3445470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918" y="362981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39521" y="3445470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23865" y="362981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Wildlife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17468" y="3445470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01812" y="362981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574" y="4258667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574" y="4709319"/>
            <a:ext cx="10868547" cy="1190625"/>
          </a:xfrm>
          <a:prstGeom prst="roundRect">
            <a:avLst>
              <a:gd name="adj" fmla="val 208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953496"/>
            <a:ext cx="258359" cy="20667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50522" y="4899422"/>
            <a:ext cx="10114305" cy="81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a domain that interests you AND that you're comfortable researching. 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topics that feel too heavy or upsetting.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92955"/>
            <a:ext cx="641085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This Paper IS and ISN'T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314774"/>
            <a:ext cx="5351626" cy="2891036"/>
          </a:xfrm>
          <a:prstGeom prst="roundRect">
            <a:avLst>
              <a:gd name="adj" fmla="val 85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49912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It 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918" y="2863156"/>
            <a:ext cx="4982939" cy="1769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real investigation into how AI is being used in your area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threads - reading research + doing a hands-on test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synthesis - weaving the two together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8495" y="2314774"/>
            <a:ext cx="5351626" cy="2891036"/>
          </a:xfrm>
          <a:prstGeom prst="roundRect">
            <a:avLst>
              <a:gd name="adj" fmla="val 85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249912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It ISN'T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2838" y="2863156"/>
            <a:ext cx="4982939" cy="215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a fancy engineering paper with statistics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a claim that you built new AI tech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just playing with a tool - your tool exploration is evidence for your paper, not the paper itself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someone else's words rearranged - every sentence must be in 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voice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3170634"/>
            <a:ext cx="627662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Personalization Moment</a:t>
            </a:r>
            <a:endParaRPr lang="en-US" sz="3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76983"/>
            <a:ext cx="577111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to Choose Your Angle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2424410"/>
            <a:ext cx="330688" cy="33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8929" y="248126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Domain &amp; Focus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312" y="2424410"/>
            <a:ext cx="330688" cy="3306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90667" y="248126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It Matches YOU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2424410"/>
            <a:ext cx="330688" cy="3306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82406" y="2481263"/>
            <a:ext cx="22435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Research Question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574" y="3085802"/>
            <a:ext cx="330688" cy="3306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98929" y="31426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Existing Sources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3312" y="3085802"/>
            <a:ext cx="330688" cy="3306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90667" y="31426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Plan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61574" y="3602534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661574" y="4053185"/>
            <a:ext cx="10868547" cy="676771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868" y="4297363"/>
            <a:ext cx="258359" cy="20667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50522" y="4243288"/>
            <a:ext cx="10114305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the one you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actually want to investigate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the one that sounds the smartest.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1846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Makes a GOOD Research Question?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268663"/>
            <a:ext cx="6296860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topic is BROAD. A research question is SHARP.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great research question passes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tests: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1475" y="4550470"/>
            <a:ext cx="1988691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6769" y="4715768"/>
            <a:ext cx="165810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SPECIFIC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15460" y="4550470"/>
            <a:ext cx="1988790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980754" y="4715768"/>
            <a:ext cx="165820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ORIGINAL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69544" y="4550470"/>
            <a:ext cx="1988790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134839" y="4715768"/>
            <a:ext cx="165820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ACHIEVABLE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69764"/>
            <a:ext cx="694781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Sharpening a Research Question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817191"/>
            <a:ext cx="10868547" cy="4070945"/>
          </a:xfrm>
          <a:prstGeom prst="roundRect">
            <a:avLst>
              <a:gd name="adj" fmla="val 6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317" y="1929110"/>
            <a:ext cx="204732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Broad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01649" y="1929110"/>
            <a:ext cx="936641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Sharpened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317" y="2477393"/>
            <a:ext cx="1437743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in Healthcare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01649" y="2477393"/>
            <a:ext cx="8756828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is AI helping families manage food allergies - and what concerns about bias and safety come with it?"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317" y="3356471"/>
            <a:ext cx="204732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in Education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1649" y="3356471"/>
            <a:ext cx="8756828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is AI being used to help kids practice math - and could it make kids depend on it too much?"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317" y="4235549"/>
            <a:ext cx="204732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in Music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1649" y="4235549"/>
            <a:ext cx="8756828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is AI being used to make music that matches different emotions - and what does that mean for music class?"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317" y="5114627"/>
            <a:ext cx="204732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in Sports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1649" y="5114627"/>
            <a:ext cx="8756828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is AI being used in basketball training apps for kids - and does it actually help them get better?"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51508"/>
            <a:ext cx="9277912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1 - Sharpen YOUR Question!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✏️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817985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Sharpen YOUR research question step by step: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334816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519164"/>
            <a:ext cx="2276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 with your domain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2876848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it down: ___________________________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2334816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251916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a specific 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2876848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it down: ___________________________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574" y="3557290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918" y="3741638"/>
            <a:ext cx="26565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what you'll investigate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918" y="4099322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it down: ___________________________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8495" y="3557290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62838" y="3741638"/>
            <a:ext cx="327850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Combine into ONE sharp question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2838" y="4099322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it down: ___________________________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574" y="4800501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test it with the 3 questions: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574" y="5317331"/>
            <a:ext cx="10868547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1574" y="5317331"/>
            <a:ext cx="3622783" cy="58906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6868" y="548263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Specific?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84357" y="5317331"/>
            <a:ext cx="3622882" cy="58906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84357" y="5317331"/>
            <a:ext cx="19050" cy="589062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49651" y="548263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Original?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07239" y="5317331"/>
            <a:ext cx="3622882" cy="58906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907239" y="5317331"/>
            <a:ext cx="19050" cy="589062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72533" y="548263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Achievable?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44600"/>
            <a:ext cx="687152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Paper Structure - 8 Sections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92027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paper will have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eight sections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plus an AI Attribution Statement and References.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60885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79320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1 - Abstract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260885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279320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2 - 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574" y="340131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5918" y="35856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3 - Related 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495" y="340131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2838" y="35856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4 - Methodology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1574" y="419377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5918" y="437812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5 - Bias &amp; Fairness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8495" y="419377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62838" y="4378127"/>
            <a:ext cx="23026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6 - Safety &amp; Governance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1574" y="498623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5918" y="517058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7 - Results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8495" y="498623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62838" y="5170587"/>
            <a:ext cx="28524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8 - Conclusion &amp; Future Work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49473"/>
            <a:ext cx="5466122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8 Sections Quick Tour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574" y="1338858"/>
            <a:ext cx="1147813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peek at each section - when you write it and what it does: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574" y="1813123"/>
            <a:ext cx="10868547" cy="4495403"/>
          </a:xfrm>
          <a:prstGeom prst="roundRect">
            <a:avLst>
              <a:gd name="adj" fmla="val 52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7924" y="1819473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5182" y="1915319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16591" y="1915319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5976" y="1915319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Write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924" y="2317552"/>
            <a:ext cx="10855847" cy="498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5182" y="2413397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16591" y="2413397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Summarizes everything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5976" y="2413397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Placeholder today, final S24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924" y="2815630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5182" y="2911475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16591" y="2911475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 + context + question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5976" y="2911475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Outline today, prose in homework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924" y="3313708"/>
            <a:ext cx="10855847" cy="498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5182" y="3409553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16591" y="3409553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others found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5976" y="3409553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Homework after S22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7924" y="3811786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5182" y="3907631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16591" y="3907631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investigated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5976" y="3907631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7924" y="4309864"/>
            <a:ext cx="10855847" cy="498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5182" y="4405709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Fairness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16591" y="4405709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AI fails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5976" y="4405709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7924" y="4807942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25182" y="4903788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&amp; Governance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16591" y="4903788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Risks + rules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75976" y="4903788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24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7924" y="5306020"/>
            <a:ext cx="10855847" cy="498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25182" y="5401866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216591" y="5401866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findings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5976" y="5401866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Started S23, finished S24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7924" y="5804098"/>
            <a:ext cx="10855847" cy="498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25182" y="5899944"/>
            <a:ext cx="2680526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216591" y="5899944"/>
            <a:ext cx="484850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75976" y="5899944"/>
            <a:ext cx="4200321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24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98103"/>
            <a:ext cx="6688565" cy="48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2 - Pick Your Tool </a:t>
            </a:r>
            <a:r>
              <a:rPr lang="en-US" sz="2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🛠️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574" y="1450181"/>
            <a:ext cx="1147813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paper needs a hands-on exploration in Session 23. Time to pick the AI tool you'll investigate with.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574" y="1883668"/>
            <a:ext cx="10868547" cy="3244255"/>
          </a:xfrm>
          <a:prstGeom prst="roundRect">
            <a:avLst>
              <a:gd name="adj" fmla="val 68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6848" y="1976735"/>
            <a:ext cx="35686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73522" y="1976735"/>
            <a:ext cx="791100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6848" y="2439293"/>
            <a:ext cx="35686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🤖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Teachable Machine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73522" y="2439293"/>
            <a:ext cx="791100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your own image or sound classifier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6848" y="2901851"/>
            <a:ext cx="35686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💬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 / Gemini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73522" y="2901851"/>
            <a:ext cx="791100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AI conversations, prompts, generations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6848" y="3364409"/>
            <a:ext cx="35686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🎤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ElevenLabs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73522" y="3364409"/>
            <a:ext cx="791100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and audio explorations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6848" y="3826966"/>
            <a:ext cx="35686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🏗️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Lovable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73522" y="3826966"/>
            <a:ext cx="791100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a quick app to investigate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6848" y="4289524"/>
            <a:ext cx="35686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📓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NotebookLM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073522" y="4289524"/>
            <a:ext cx="791100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Comparing AI responses to source material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6848" y="4752082"/>
            <a:ext cx="35686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🎬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Leonardo / Pictory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73522" y="4752082"/>
            <a:ext cx="791100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Video and multimedia explorations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574" y="5278636"/>
            <a:ext cx="3533488" cy="881162"/>
          </a:xfrm>
          <a:prstGeom prst="roundRect">
            <a:avLst>
              <a:gd name="adj" fmla="val 253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9448" y="5446514"/>
            <a:ext cx="1860603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My tool: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448" y="5765701"/>
            <a:ext cx="319774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___________________________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29004" y="5278636"/>
            <a:ext cx="3533587" cy="881162"/>
          </a:xfrm>
          <a:prstGeom prst="roundRect">
            <a:avLst>
              <a:gd name="adj" fmla="val 253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496878" y="5446514"/>
            <a:ext cx="1860603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🧪</a:t>
            </a: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I'll test: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96878" y="5765701"/>
            <a:ext cx="319784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___________________________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96534" y="5278636"/>
            <a:ext cx="3533587" cy="881162"/>
          </a:xfrm>
          <a:prstGeom prst="roundRect">
            <a:avLst>
              <a:gd name="adj" fmla="val 253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64407" y="5446514"/>
            <a:ext cx="1955057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👀</a:t>
            </a: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I'll watch for: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64407" y="5765701"/>
            <a:ext cx="319784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___________________________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60215"/>
            <a:ext cx="821858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Finding Sources - The 3 Tool Workflow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324993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need to find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5–8 REAL sources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Use this 3-tool workflow - Use them in order.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841823"/>
            <a:ext cx="3512653" cy="1422202"/>
          </a:xfrm>
          <a:prstGeom prst="roundRect">
            <a:avLst>
              <a:gd name="adj" fmla="val 174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6868" y="3007122"/>
            <a:ext cx="3182064" cy="109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Perplexity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 candidates - collect 8-12 sources with citations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9521" y="2841823"/>
            <a:ext cx="3512653" cy="1422202"/>
          </a:xfrm>
          <a:prstGeom prst="roundRect">
            <a:avLst>
              <a:gd name="adj" fmla="val 174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04815" y="3007122"/>
            <a:ext cx="3182064" cy="109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and filter - narrow down to the most relevant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7468" y="2841823"/>
            <a:ext cx="3512653" cy="1422202"/>
          </a:xfrm>
          <a:prstGeom prst="roundRect">
            <a:avLst>
              <a:gd name="adj" fmla="val 174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182762" y="3007122"/>
            <a:ext cx="3182064" cy="109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NotebookLM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content - confirm each source is real and accessible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574" y="3684951"/>
            <a:ext cx="10868547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4050"/>
              </a:spcAft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We'll do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 together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Steps 2 and 3 are part of your homework.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31354"/>
            <a:ext cx="4744323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1 - Perplexity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🔍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697831"/>
            <a:ext cx="10868547" cy="324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Perplexity?</a:t>
            </a:r>
            <a:endParaRPr lang="en-US" sz="16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search tool that gives you answers AND shows you the real sources behind every answer. Every claim has a link → click it → see the actual source.</a:t>
            </a:r>
            <a:endParaRPr lang="en-US" sz="16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Today's goal with Perplexity: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8–12 candidate sources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about your research question.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search: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"AI in food allergy management for children"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5129609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373787"/>
            <a:ext cx="258359" cy="206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0522" y="5319713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pick the first sources you see. Look for variety - academic, news, expert blogs.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33450"/>
            <a:ext cx="688183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Source Credibility Checklist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780877"/>
            <a:ext cx="10868547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candidate source, ask these five questions. Pass threshold: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of 5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Drop sources that fail more than one check.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628503"/>
            <a:ext cx="10868547" cy="3296047"/>
          </a:xfrm>
          <a:prstGeom prst="roundRect">
            <a:avLst>
              <a:gd name="adj" fmla="val 75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3317" y="2740422"/>
            <a:ext cx="451920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3523" y="2740422"/>
            <a:ext cx="68945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317" y="3288705"/>
            <a:ext cx="451920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author named?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3523" y="3288705"/>
            <a:ext cx="68945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 has a name + their job/background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3317" y="3836988"/>
            <a:ext cx="451920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publisher trustworthy?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3523" y="3836988"/>
            <a:ext cx="68945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Journal, university, government, big news, or expert 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317" y="4385270"/>
            <a:ext cx="451920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it from the last 3 years?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3523" y="4385270"/>
            <a:ext cx="68945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changes fast - older = risky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317" y="4933553"/>
            <a:ext cx="451920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you find the original?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3523" y="4933553"/>
            <a:ext cx="68945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just a summary of a summary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317" y="5481836"/>
            <a:ext cx="451920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Will NotebookLM load it?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3523" y="5481836"/>
            <a:ext cx="68945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link works and the content is real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054214"/>
            <a:ext cx="4537557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Sources to AVOID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574" y="1349077"/>
            <a:ext cx="1147813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574" y="1762125"/>
            <a:ext cx="5359663" cy="607851"/>
          </a:xfrm>
          <a:prstGeom prst="roundRect">
            <a:avLst>
              <a:gd name="adj" fmla="val 249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7683" y="1938238"/>
            <a:ext cx="1963986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Random Blogs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7683" y="2286000"/>
            <a:ext cx="500744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0458" y="1762125"/>
            <a:ext cx="5359663" cy="607851"/>
          </a:xfrm>
          <a:prstGeom prst="roundRect">
            <a:avLst>
              <a:gd name="adj" fmla="val 249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46567" y="1938238"/>
            <a:ext cx="1963986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Wikipedia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1574" y="2501941"/>
            <a:ext cx="5359663" cy="602257"/>
          </a:xfrm>
          <a:prstGeom prst="roundRect">
            <a:avLst>
              <a:gd name="adj" fmla="val 249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7683" y="2678054"/>
            <a:ext cx="2301619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AI-Generated Articles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0458" y="2501941"/>
            <a:ext cx="5359663" cy="602257"/>
          </a:xfrm>
          <a:prstGeom prst="roundRect">
            <a:avLst>
              <a:gd name="adj" fmla="val 249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46567" y="2678054"/>
            <a:ext cx="2536166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Pay-to-Publish Journals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574" y="3251093"/>
            <a:ext cx="5359663" cy="602257"/>
          </a:xfrm>
          <a:prstGeom prst="roundRect">
            <a:avLst>
              <a:gd name="adj" fmla="val 249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7683" y="3427206"/>
            <a:ext cx="2033041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Social Media Posts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0458" y="3251093"/>
            <a:ext cx="5359663" cy="602257"/>
          </a:xfrm>
          <a:prstGeom prst="roundRect">
            <a:avLst>
              <a:gd name="adj" fmla="val 2494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46567" y="3427206"/>
            <a:ext cx="2305488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Company Advertising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1574" y="4364129"/>
            <a:ext cx="1147813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574" y="4217340"/>
            <a:ext cx="10868547" cy="653455"/>
          </a:xfrm>
          <a:prstGeom prst="roundRect">
            <a:avLst>
              <a:gd name="adj" fmla="val 36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33" y="4434927"/>
            <a:ext cx="245461" cy="19635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21154" y="4390874"/>
            <a:ext cx="1076149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</a:t>
            </a: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HALLUCINATE sources</a:t>
            </a: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ALWAYS verify a source actually exists before adding it to your list.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3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855887"/>
            <a:ext cx="10821816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 - Run YOUR Source Discovery!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🔍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722364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90671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Perplexity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918" y="3264396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your research question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2722364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2906713"/>
            <a:ext cx="29824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Collect 8–12 candidate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2838" y="3264396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titles, authors, dates, and URLs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574" y="3944838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5918" y="4129187"/>
            <a:ext cx="373628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Apply the Credibility Checklist to each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918" y="4486870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sources that fail 2+ tests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8495" y="3944838"/>
            <a:ext cx="5351626" cy="1057176"/>
          </a:xfrm>
          <a:prstGeom prst="roundRect">
            <a:avLst>
              <a:gd name="adj" fmla="val 23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2838" y="4129187"/>
            <a:ext cx="327790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Save your shortlist in a document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2838" y="4486870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You'll bring this to your homework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99273"/>
            <a:ext cx="576019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We Did This Session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2964051"/>
            <a:ext cx="306578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17704" y="314840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Domain Picked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64437" y="2964051"/>
            <a:ext cx="306578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48781" y="314840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Paper Structure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33360" y="3756512"/>
            <a:ext cx="306578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17704" y="394086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 Discovery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64437" y="3756512"/>
            <a:ext cx="306578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48781" y="394086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Plan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33360" y="4569708"/>
            <a:ext cx="6906444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46336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Homework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693763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Session 23, complete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these: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210594"/>
            <a:ext cx="3512653" cy="1144091"/>
          </a:xfrm>
          <a:prstGeom prst="roundRect">
            <a:avLst>
              <a:gd name="adj" fmla="val 216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394942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Filter Your Sources with Gemini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9521" y="2210594"/>
            <a:ext cx="3512653" cy="1144091"/>
          </a:xfrm>
          <a:prstGeom prst="roundRect">
            <a:avLst>
              <a:gd name="adj" fmla="val 216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3865" y="2394942"/>
            <a:ext cx="314396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Verify Each One with NotebookLM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7468" y="2210594"/>
            <a:ext cx="3512653" cy="1144091"/>
          </a:xfrm>
          <a:prstGeom prst="roundRect">
            <a:avLst>
              <a:gd name="adj" fmla="val 216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01812" y="2394942"/>
            <a:ext cx="314396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 a One-Sentence Summary of Each Source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574" y="351998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918" y="3704332"/>
            <a:ext cx="2095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Sketch Your Abstract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8495" y="3519984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2838" y="3704332"/>
            <a:ext cx="36587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Expand Your Introduction into Prose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574" y="4333180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574" y="4783832"/>
            <a:ext cx="10868547" cy="1041797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028009"/>
            <a:ext cx="258359" cy="20667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50522" y="4973935"/>
            <a:ext cx="10114305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integrity rule: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Don't copy phrases from sources. If you can't say it in your own words, you don't understand it yet - go re-read.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295426"/>
            <a:ext cx="478758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Bring to Next Session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314285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3327202"/>
            <a:ext cx="27415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 List with summaries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8495" y="314285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62838" y="332720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Abstract Sketch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93531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41196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 Draft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8495" y="393531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62838" y="41196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Final Hands-On Plan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75891"/>
            <a:ext cx="854242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Time - Session 23: Research &amp; Build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540669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real investigation happens. Together we'll: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057499"/>
            <a:ext cx="5351626" cy="997347"/>
          </a:xfrm>
          <a:prstGeom prst="roundRect">
            <a:avLst>
              <a:gd name="adj" fmla="val 24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241848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📚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Deep-Read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2605881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5–8 sources in NotebookLM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057499"/>
            <a:ext cx="5351626" cy="997347"/>
          </a:xfrm>
          <a:prstGeom prst="roundRect">
            <a:avLst>
              <a:gd name="adj" fmla="val 24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2241848"/>
            <a:ext cx="293779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Run Hands-On Exploration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2605881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your AI tool!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574" y="3220145"/>
            <a:ext cx="5351626" cy="997347"/>
          </a:xfrm>
          <a:prstGeom prst="roundRect">
            <a:avLst>
              <a:gd name="adj" fmla="val 24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918" y="3404493"/>
            <a:ext cx="212461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✍️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Draft Methodology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918" y="3768527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how you investigated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220145"/>
            <a:ext cx="5351626" cy="997347"/>
          </a:xfrm>
          <a:prstGeom prst="roundRect">
            <a:avLst>
              <a:gd name="adj" fmla="val 24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62838" y="340449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Start Results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2838" y="3768527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capturing your findings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574" y="4403527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574" y="4854178"/>
            <a:ext cx="10868547" cy="1041797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098355"/>
            <a:ext cx="258359" cy="20667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50522" y="5044281"/>
            <a:ext cx="10114305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Session 23, you'll have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sections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your paper drafted. ✨ Refine your Related Work with the deeper reading too.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1260</Words>
  <Application>Microsoft Office PowerPoint</Application>
  <PresentationFormat>Widescreen</PresentationFormat>
  <Paragraphs>240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Roboto</vt:lpstr>
      <vt:lpstr>Roboto Slab</vt:lpstr>
      <vt:lpstr>Roboto Slab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</cp:lastModifiedBy>
  <cp:revision>2</cp:revision>
  <dcterms:created xsi:type="dcterms:W3CDTF">2026-06-18T10:29:27Z</dcterms:created>
  <dcterms:modified xsi:type="dcterms:W3CDTF">2026-06-18T10:44:06Z</dcterms:modified>
</cp:coreProperties>
</file>