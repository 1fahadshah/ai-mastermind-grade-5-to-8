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75" r:id="rId5"/>
    <p:sldId id="276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4" r:id="rId16"/>
  </p:sldIdLst>
  <p:sldSz cx="12192000" cy="6858000"/>
  <p:notesSz cx="6858000" cy="12192000"/>
  <p:embeddedFontLst>
    <p:embeddedFont>
      <p:font typeface="Roboto" panose="02000000000000000000" pitchFamily="2" charset="0"/>
      <p:regular r:id="rId18"/>
      <p:bold r:id="rId19"/>
      <p:italic r:id="rId20"/>
      <p:boldItalic r:id="rId21"/>
    </p:embeddedFont>
    <p:embeddedFont>
      <p:font typeface="Roboto Slab" pitchFamily="2" charset="0"/>
      <p:regular r:id="rId22"/>
      <p:bold r:id="rId23"/>
    </p:embeddedFont>
    <p:embeddedFont>
      <p:font typeface="Roboto Slab Light" pitchFamily="2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8811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Relationship Id="rId9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://ijntr.org" TargetMode="External"/><Relationship Id="rId3" Type="http://schemas.openxmlformats.org/officeDocument/2006/relationships/hyperlink" Target="http://theijes.com" TargetMode="External"/><Relationship Id="rId7" Type="http://schemas.openxmlformats.org/officeDocument/2006/relationships/hyperlink" Target="http://rsisinternational.or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nairjc.com" TargetMode="External"/><Relationship Id="rId5" Type="http://schemas.openxmlformats.org/officeDocument/2006/relationships/hyperlink" Target="http://aijsh.com" TargetMode="External"/><Relationship Id="rId4" Type="http://schemas.openxmlformats.org/officeDocument/2006/relationships/hyperlink" Target="http://ijresm.com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9809" y="381076"/>
            <a:ext cx="4571886" cy="60958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3170634"/>
            <a:ext cx="6040187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Session 25: Deliver &amp; Reflect</a:t>
            </a:r>
            <a:endParaRPr lang="en-US" sz="32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AD336C-3020-A7BB-C965-49D0DD1C498C}"/>
              </a:ext>
            </a:extLst>
          </p:cNvPr>
          <p:cNvSpPr txBox="1"/>
          <p:nvPr/>
        </p:nvSpPr>
        <p:spPr>
          <a:xfrm>
            <a:off x="3067439" y="3020399"/>
            <a:ext cx="6134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402854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250281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the end of this Session, you will have accomplished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things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574" y="276711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3029049"/>
            <a:ext cx="3512653" cy="19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574" y="3149798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DELIVERED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1574" y="3507482"/>
            <a:ext cx="351265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full presentation - all 9 slides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39521" y="276711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521" y="3029049"/>
            <a:ext cx="3512653" cy="190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39521" y="3149798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DEFENDED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339521" y="3507482"/>
            <a:ext cx="35126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investigation under reviewer-style questions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017468" y="276711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468" y="3029049"/>
            <a:ext cx="3512653" cy="190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17468" y="3149798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RECEIVED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017468" y="3507482"/>
            <a:ext cx="35126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Mentor feedback on your work and your 25-session growth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61574" y="4326037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3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74" y="4571504"/>
            <a:ext cx="5351626" cy="190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1574" y="4708723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REFLECTED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61574" y="5066407"/>
            <a:ext cx="535162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 what changed in you across 25 sessions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178495" y="4326037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13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8495" y="4571504"/>
            <a:ext cx="5351626" cy="190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78495" y="4708723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MAPPED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6178495" y="5066407"/>
            <a:ext cx="535162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Specific next steps for what comes after this program</a:t>
            </a:r>
            <a:endParaRPr lang="en-US" sz="14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9E20CB9-F7E7-EDBD-E0A4-D825ED551713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661574" y="3038574"/>
            <a:ext cx="35126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B557C54-E5CB-547D-9E57-E0FA847B68FC}"/>
              </a:ext>
            </a:extLst>
          </p:cNvPr>
          <p:cNvCxnSpPr/>
          <p:nvPr/>
        </p:nvCxnSpPr>
        <p:spPr>
          <a:xfrm>
            <a:off x="4340949" y="3041680"/>
            <a:ext cx="35126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BA38861-1480-B0BB-982A-2DBD690E0A12}"/>
              </a:ext>
            </a:extLst>
          </p:cNvPr>
          <p:cNvCxnSpPr/>
          <p:nvPr/>
        </p:nvCxnSpPr>
        <p:spPr>
          <a:xfrm>
            <a:off x="7998537" y="3041683"/>
            <a:ext cx="35126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4AFE45-CA17-18C9-9E15-C64B143100A0}"/>
              </a:ext>
            </a:extLst>
          </p:cNvPr>
          <p:cNvCxnSpPr>
            <a:stCxn id="17" idx="1"/>
            <a:endCxn id="17" idx="3"/>
          </p:cNvCxnSpPr>
          <p:nvPr/>
        </p:nvCxnSpPr>
        <p:spPr>
          <a:xfrm>
            <a:off x="661574" y="4581029"/>
            <a:ext cx="5351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EB0A8EB-3CDD-4BFF-2336-C58BCDC5070C}"/>
              </a:ext>
            </a:extLst>
          </p:cNvPr>
          <p:cNvCxnSpPr/>
          <p:nvPr/>
        </p:nvCxnSpPr>
        <p:spPr>
          <a:xfrm>
            <a:off x="6179070" y="4584137"/>
            <a:ext cx="5351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070570"/>
            <a:ext cx="5385558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This Session Flows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574" y="1917998"/>
            <a:ext cx="10868547" cy="699492"/>
          </a:xfrm>
          <a:prstGeom prst="roundRect">
            <a:avLst>
              <a:gd name="adj" fmla="val 3547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45918" y="2102346"/>
            <a:ext cx="1049985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Welcome + final prep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1574" y="2782788"/>
            <a:ext cx="10868547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45918" y="2967137"/>
            <a:ext cx="243337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Your presentation  + Q&amp;A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1574" y="3575248"/>
            <a:ext cx="10868547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5918" y="3759597"/>
            <a:ext cx="342623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Feedback on work + growth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1574" y="4367709"/>
            <a:ext cx="10868547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45918" y="4552057"/>
            <a:ext cx="230658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Reflection conversation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1574" y="5160169"/>
            <a:ext cx="10868547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45918" y="5344517"/>
            <a:ext cx="249380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Pathway mapping + close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706291"/>
            <a:ext cx="4744323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Your Presentation </a:t>
            </a:r>
            <a:r>
              <a:rPr lang="en-US" sz="32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🎤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3490119"/>
            <a:ext cx="6296860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You'll present your investigation now, using the Gamma slides you built and practiced.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899815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Your Reflection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661475" y="1664593"/>
            <a:ext cx="3065783" cy="699492"/>
          </a:xfrm>
          <a:prstGeom prst="roundRect">
            <a:avLst>
              <a:gd name="adj" fmla="val 3547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845819" y="1848941"/>
            <a:ext cx="2697095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 &amp; After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92552" y="1664593"/>
            <a:ext cx="3065783" cy="699492"/>
          </a:xfrm>
          <a:prstGeom prst="roundRect">
            <a:avLst>
              <a:gd name="adj" fmla="val 3547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076896" y="1848941"/>
            <a:ext cx="2697095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Biggest Surprise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61475" y="2529384"/>
            <a:ext cx="3065783" cy="699492"/>
          </a:xfrm>
          <a:prstGeom prst="roundRect">
            <a:avLst>
              <a:gd name="adj" fmla="val 3547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45819" y="2713732"/>
            <a:ext cx="2697095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Turning Point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92552" y="2529384"/>
            <a:ext cx="3065783" cy="699492"/>
          </a:xfrm>
          <a:prstGeom prst="roundRect">
            <a:avLst>
              <a:gd name="adj" fmla="val 3547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076896" y="2713732"/>
            <a:ext cx="2697095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Proudest Moment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61475" y="3394174"/>
            <a:ext cx="3065783" cy="699492"/>
          </a:xfrm>
          <a:prstGeom prst="roundRect">
            <a:avLst>
              <a:gd name="adj" fmla="val 3547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845819" y="3578523"/>
            <a:ext cx="2697095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Do-Over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892552" y="3394174"/>
            <a:ext cx="3065783" cy="699492"/>
          </a:xfrm>
          <a:prstGeom prst="roundRect">
            <a:avLst>
              <a:gd name="adj" fmla="val 3547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076896" y="3578523"/>
            <a:ext cx="2697095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Meaning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61475" y="4279702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1475" y="4730353"/>
            <a:ext cx="6296860" cy="1041797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69" y="4974530"/>
            <a:ext cx="258359" cy="20667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50423" y="4920456"/>
            <a:ext cx="5542618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There's no right answer to any of them. The goal is to articulate, in your own words, what changed in you.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713508"/>
            <a:ext cx="8498171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This Capstone Was Designed to Do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574" y="2478286"/>
            <a:ext cx="5351626" cy="1250454"/>
          </a:xfrm>
          <a:prstGeom prst="roundRect">
            <a:avLst>
              <a:gd name="adj" fmla="val 198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68" y="2643584"/>
            <a:ext cx="496081" cy="49609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291" y="2779911"/>
            <a:ext cx="223237" cy="22324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6868" y="3304977"/>
            <a:ext cx="26586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Frame a Research Question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6178495" y="2478286"/>
            <a:ext cx="5351626" cy="1250454"/>
          </a:xfrm>
          <a:prstGeom prst="roundRect">
            <a:avLst>
              <a:gd name="adj" fmla="val 198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789" y="2643584"/>
            <a:ext cx="496081" cy="496094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0211" y="2779911"/>
            <a:ext cx="223237" cy="22324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343789" y="3304977"/>
            <a:ext cx="211767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Find Credible Sources</a:t>
            </a:r>
            <a:endParaRPr lang="en-US" sz="1600" dirty="0"/>
          </a:p>
        </p:txBody>
      </p:sp>
      <p:sp>
        <p:nvSpPr>
          <p:cNvPr id="11" name="Shape 5"/>
          <p:cNvSpPr/>
          <p:nvPr/>
        </p:nvSpPr>
        <p:spPr>
          <a:xfrm>
            <a:off x="661574" y="3894038"/>
            <a:ext cx="5351626" cy="1250454"/>
          </a:xfrm>
          <a:prstGeom prst="roundRect">
            <a:avLst>
              <a:gd name="adj" fmla="val 198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868" y="4059337"/>
            <a:ext cx="496081" cy="496094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3291" y="4195663"/>
            <a:ext cx="223237" cy="22324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26868" y="4720729"/>
            <a:ext cx="220041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Investigate with Depth</a:t>
            </a:r>
            <a:endParaRPr lang="en-US" sz="1600" dirty="0"/>
          </a:p>
        </p:txBody>
      </p:sp>
      <p:sp>
        <p:nvSpPr>
          <p:cNvPr id="15" name="Shape 7"/>
          <p:cNvSpPr/>
          <p:nvPr/>
        </p:nvSpPr>
        <p:spPr>
          <a:xfrm>
            <a:off x="6178495" y="3894038"/>
            <a:ext cx="5351626" cy="1250454"/>
          </a:xfrm>
          <a:prstGeom prst="roundRect">
            <a:avLst>
              <a:gd name="adj" fmla="val 198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3789" y="4059337"/>
            <a:ext cx="496081" cy="496094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80211" y="4195663"/>
            <a:ext cx="223237" cy="223242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6343789" y="4720729"/>
            <a:ext cx="228951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Communicate Findings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10" grpId="0" animBg="1"/>
      <p:bldP spid="11" grpId="0" animBg="1"/>
      <p:bldP spid="14" grpId="0" animBg="1"/>
      <p:bldP spid="15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155105"/>
            <a:ext cx="6904659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What's Different About You Now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574" y="2002532"/>
            <a:ext cx="5351626" cy="112325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13317" y="2145506"/>
            <a:ext cx="248041" cy="24804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45918" y="2682974"/>
            <a:ext cx="214823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 AI for REAL Work</a:t>
            </a:r>
            <a:endParaRPr lang="en-US" sz="16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8495" y="2002532"/>
            <a:ext cx="5351626" cy="112325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30238" y="2145506"/>
            <a:ext cx="248041" cy="248047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362838" y="2682974"/>
            <a:ext cx="210467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Detect Hallucinations</a:t>
            </a:r>
            <a:endParaRPr lang="en-US" sz="160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574" y="3291086"/>
            <a:ext cx="5351626" cy="1123255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13317" y="3434060"/>
            <a:ext cx="248041" cy="248047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845918" y="3971528"/>
            <a:ext cx="24061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Spot Bias &amp; Safety Issues</a:t>
            </a:r>
            <a:endParaRPr lang="en-US" sz="160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8495" y="3291086"/>
            <a:ext cx="5351626" cy="1123255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30238" y="3434060"/>
            <a:ext cx="248041" cy="248047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6362838" y="3971528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Investigate Seriously</a:t>
            </a:r>
            <a:endParaRPr lang="en-US" sz="1600" dirty="0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574" y="4579640"/>
            <a:ext cx="5351626" cy="1123255"/>
          </a:xfrm>
          <a:prstGeom prst="rect">
            <a:avLst/>
          </a:prstGeom>
        </p:spPr>
      </p:pic>
      <p:pic>
        <p:nvPicPr>
          <p:cNvPr id="16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13317" y="4722614"/>
            <a:ext cx="248041" cy="248047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845918" y="5260082"/>
            <a:ext cx="285068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Write to a Research Structure</a:t>
            </a:r>
            <a:endParaRPr lang="en-US" sz="1600" dirty="0"/>
          </a:p>
        </p:txBody>
      </p:sp>
      <p:pic>
        <p:nvPicPr>
          <p:cNvPr id="18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8495" y="4579640"/>
            <a:ext cx="5351626" cy="1123255"/>
          </a:xfrm>
          <a:prstGeom prst="rect">
            <a:avLst/>
          </a:prstGeom>
        </p:spPr>
      </p:pic>
      <p:pic>
        <p:nvPicPr>
          <p:cNvPr id="1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30238" y="4722614"/>
            <a:ext cx="248041" cy="248047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6362838" y="5260082"/>
            <a:ext cx="228921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Present Under Pressure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  <p:bldP spid="14" grpId="0" animBg="1"/>
      <p:bldP spid="17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338362"/>
            <a:ext cx="6958136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Your View of AI Evolved </a:t>
            </a:r>
            <a:r>
              <a:rPr lang="en-US" sz="32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🧭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574" y="2204839"/>
            <a:ext cx="5351626" cy="3314798"/>
          </a:xfrm>
          <a:prstGeom prst="roundRect">
            <a:avLst>
              <a:gd name="adj" fmla="val 748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45918" y="2389187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Where You STARTED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5918" y="2746871"/>
            <a:ext cx="498293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came in with whatever you thought AI was: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5918" y="3176885"/>
            <a:ext cx="4982939" cy="1108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Maybe a magic tool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Maybe a threat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Maybe something in between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8495" y="2204838"/>
            <a:ext cx="5351626" cy="3314799"/>
          </a:xfrm>
          <a:prstGeom prst="roundRect">
            <a:avLst>
              <a:gd name="adj" fmla="val 748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362838" y="2389187"/>
            <a:ext cx="215140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Where You're ENDING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62838" y="2746871"/>
            <a:ext cx="498293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more accurate picture: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62838" y="3176885"/>
            <a:ext cx="4982939" cy="2158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useful tool that can also be WRONG, BIASED, and UNSAFE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Technology that needs HUMAN OVERSIGHT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field changing FAST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domain being shaped by WHO BUILDS it and HOW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build="allAtOnce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789212"/>
            <a:ext cx="859163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Research Framework Is YOURS Now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553990"/>
            <a:ext cx="10868547" cy="1695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investigated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domain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Now you know how to investigate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ANY domain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4-stage framework you used works for anything you want - AI in finance, climate solutions, mental health, local policy -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ANYTHING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574" y="4435277"/>
            <a:ext cx="2593116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5918" y="4619625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🔍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DISCOVER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19985" y="4435277"/>
            <a:ext cx="2593216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04329" y="4619625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📚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RESEARCH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8495" y="4435277"/>
            <a:ext cx="2593116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362838" y="4619625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🛠️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ANALYZE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936905" y="4435277"/>
            <a:ext cx="2593216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21249" y="4619625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🎤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DELIVER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101229"/>
            <a:ext cx="5219867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Your Prompt Library </a:t>
            </a:r>
            <a:r>
              <a:rPr lang="en-US" sz="32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📚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574" y="1967706"/>
            <a:ext cx="5351626" cy="1394321"/>
          </a:xfrm>
          <a:prstGeom prst="roundRect">
            <a:avLst>
              <a:gd name="adj" fmla="val 1779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45918" y="2152055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📋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A Real Collection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5918" y="2516088"/>
            <a:ext cx="4982939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tested prompts for ChatGPT, Gemini, NotebookLM, image gen, voice gen, and more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8495" y="1967706"/>
            <a:ext cx="5351626" cy="1394321"/>
          </a:xfrm>
          <a:prstGeom prst="roundRect">
            <a:avLst>
              <a:gd name="adj" fmla="val 1779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362838" y="2152055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🎯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Why It Works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62838" y="2516088"/>
            <a:ext cx="4982939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prompts are specific to use cases YOU encountered. They work because YOU tested them.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1574" y="3527326"/>
            <a:ext cx="10868547" cy="2229445"/>
          </a:xfrm>
          <a:prstGeom prst="roundRect">
            <a:avLst>
              <a:gd name="adj" fmla="val 1113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45918" y="3711674"/>
            <a:ext cx="2390318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🚀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How to Use It Forever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5918" y="4075708"/>
            <a:ext cx="10499859" cy="1496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you investigate new topics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you write school papers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you experiment with new AI tools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you teach friends or family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275953"/>
            <a:ext cx="8521487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Sharing Your Work - Real Publication </a:t>
            </a:r>
            <a:r>
              <a:rPr lang="en-US" sz="32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📰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142430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paper has a structure used in real research. Several journals accept submissions from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 researchers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574" y="2659261"/>
            <a:ext cx="3512653" cy="1507927"/>
          </a:xfrm>
          <a:prstGeom prst="roundRect">
            <a:avLst>
              <a:gd name="adj" fmla="val 1645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5918" y="2843609"/>
            <a:ext cx="314396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International Journal of Engineering and Science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5918" y="3459758"/>
            <a:ext cx="314396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theijes.com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9521" y="2659261"/>
            <a:ext cx="3512653" cy="1507927"/>
          </a:xfrm>
          <a:prstGeom prst="roundRect">
            <a:avLst>
              <a:gd name="adj" fmla="val 1645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23865" y="2843609"/>
            <a:ext cx="3143965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International Journal of Research in Engineering, Science and Management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3865" y="3718223"/>
            <a:ext cx="314396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ijresm.com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7468" y="2659261"/>
            <a:ext cx="3512653" cy="1507927"/>
          </a:xfrm>
          <a:prstGeom prst="roundRect">
            <a:avLst>
              <a:gd name="adj" fmla="val 1645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01812" y="2843609"/>
            <a:ext cx="314396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American International Journal of Social Science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01812" y="3459758"/>
            <a:ext cx="314396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aijsh.com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574" y="4332486"/>
            <a:ext cx="3512653" cy="1249462"/>
          </a:xfrm>
          <a:prstGeom prst="roundRect">
            <a:avLst>
              <a:gd name="adj" fmla="val 198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45918" y="4516834"/>
            <a:ext cx="314396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National Association for Interdisciplinary Research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5918" y="5132983"/>
            <a:ext cx="314396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nairjc.com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39521" y="4332486"/>
            <a:ext cx="3512653" cy="1249462"/>
          </a:xfrm>
          <a:prstGeom prst="roundRect">
            <a:avLst>
              <a:gd name="adj" fmla="val 198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23865" y="4516834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RSIS International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23865" y="4874518"/>
            <a:ext cx="314396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rsisinternational.org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17468" y="4332486"/>
            <a:ext cx="3512653" cy="1249462"/>
          </a:xfrm>
          <a:prstGeom prst="roundRect">
            <a:avLst>
              <a:gd name="adj" fmla="val 198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201812" y="4516834"/>
            <a:ext cx="314396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International Journal of Novel Trends in Research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01812" y="5132983"/>
            <a:ext cx="314396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ijntr.org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769963"/>
            <a:ext cx="6838184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Your Achievements - Look Back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574" y="2636053"/>
            <a:ext cx="5351626" cy="627163"/>
          </a:xfrm>
          <a:prstGeom prst="roundRect">
            <a:avLst>
              <a:gd name="adj" fmla="val 2801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45918" y="2820401"/>
            <a:ext cx="305367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Learned how AI actually works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178495" y="2636054"/>
            <a:ext cx="5351626" cy="627162"/>
          </a:xfrm>
          <a:prstGeom prst="roundRect">
            <a:avLst>
              <a:gd name="adj" fmla="val 2801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362838" y="2801739"/>
            <a:ext cx="4982939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Trained your own AI models in Teachable Machine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1574" y="3430286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5918" y="3614634"/>
            <a:ext cx="217462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Used different AI tools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8495" y="3430286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362838" y="3614634"/>
            <a:ext cx="33968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Built a real working app in Lovable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1574" y="4222746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45918" y="4407094"/>
            <a:ext cx="42327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Investigated bias, hallucinations, deepfakes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8495" y="4222746"/>
            <a:ext cx="5351626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62838" y="4407094"/>
            <a:ext cx="36253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Wrote and defended a research paper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891145"/>
            <a:ext cx="7458781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Six Big Ideas You Now Hold </a:t>
            </a:r>
            <a:r>
              <a:rPr lang="en-US" sz="32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🧠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574" y="2888248"/>
            <a:ext cx="3512653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45918" y="3072597"/>
            <a:ext cx="23280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Isn't Really Thinking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39521" y="2888248"/>
            <a:ext cx="3512653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23865" y="3072597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Is Everything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17468" y="2888248"/>
            <a:ext cx="3512653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01812" y="3072597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Is Bounded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1574" y="3680708"/>
            <a:ext cx="3512653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45918" y="3865057"/>
            <a:ext cx="223206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Confidence ≠ Accuracy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39521" y="3680708"/>
            <a:ext cx="3512653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23865" y="3865057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Is Designed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17468" y="3680708"/>
            <a:ext cx="3512653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01812" y="3865057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Has Parts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1574" y="3930682"/>
            <a:ext cx="10868547" cy="847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4050"/>
              </a:spcAft>
              <a:buNone/>
            </a:pP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540768"/>
            <a:ext cx="1028515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Final Mini Activity - Your One Sentence Promise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388195"/>
            <a:ext cx="10868547" cy="847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"After this course, I will ___________________________."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Examples to spark your thinking: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574" y="3421856"/>
            <a:ext cx="5351626" cy="864989"/>
          </a:xfrm>
          <a:prstGeom prst="roundRect">
            <a:avLst>
              <a:gd name="adj" fmla="val 2868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07" y="3341688"/>
            <a:ext cx="198433" cy="19843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935" y="4168577"/>
            <a:ext cx="198433" cy="1984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8664" y="3688953"/>
            <a:ext cx="4817446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"...keep asking how the apps I use actually work."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6178495" y="3421856"/>
            <a:ext cx="5351626" cy="864989"/>
          </a:xfrm>
          <a:prstGeom prst="roundRect">
            <a:avLst>
              <a:gd name="adj" fmla="val 2868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328" y="3341688"/>
            <a:ext cx="198433" cy="19843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1855" y="4168577"/>
            <a:ext cx="198433" cy="19843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45585" y="3688953"/>
            <a:ext cx="4817446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"...double-check important facts AI tells me."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661574" y="4452144"/>
            <a:ext cx="5351626" cy="864989"/>
          </a:xfrm>
          <a:prstGeom prst="roundRect">
            <a:avLst>
              <a:gd name="adj" fmla="val 2868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07" y="4371975"/>
            <a:ext cx="198433" cy="198438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935" y="5198864"/>
            <a:ext cx="198433" cy="19843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28664" y="4719241"/>
            <a:ext cx="4817446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"...use AI to help me learn - not to skip learning."</a:t>
            </a:r>
            <a:endParaRPr lang="en-US" sz="1600" dirty="0"/>
          </a:p>
        </p:txBody>
      </p:sp>
      <p:sp>
        <p:nvSpPr>
          <p:cNvPr id="16" name="Shape 8"/>
          <p:cNvSpPr/>
          <p:nvPr/>
        </p:nvSpPr>
        <p:spPr>
          <a:xfrm>
            <a:off x="6178495" y="4452144"/>
            <a:ext cx="5351626" cy="864989"/>
          </a:xfrm>
          <a:prstGeom prst="roundRect">
            <a:avLst>
              <a:gd name="adj" fmla="val 2868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328" y="4371975"/>
            <a:ext cx="198433" cy="198438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1855" y="5198864"/>
            <a:ext cx="198433" cy="19843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445585" y="4719241"/>
            <a:ext cx="4817446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"...stay curious about how things work."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28827" y="2069802"/>
            <a:ext cx="5705928" cy="2139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Stay curious.</a:t>
            </a:r>
            <a:endParaRPr lang="en-US" sz="4450" dirty="0"/>
          </a:p>
          <a:p>
            <a:pPr marL="0" indent="0" algn="ctr">
              <a:lnSpc>
                <a:spcPct val="10400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Stay honest.</a:t>
            </a:r>
            <a:endParaRPr lang="en-US" sz="4450" dirty="0"/>
          </a:p>
          <a:p>
            <a:pPr marL="0" indent="0" algn="ctr">
              <a:lnSpc>
                <a:spcPct val="10400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Keep building.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4928568" y="4457402"/>
            <a:ext cx="6906444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capstone ends. What you do next doesn't have to.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3257B8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644</Words>
  <Application>Microsoft Office PowerPoint</Application>
  <PresentationFormat>Widescreen</PresentationFormat>
  <Paragraphs>129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Roboto Slab</vt:lpstr>
      <vt:lpstr>Arial</vt:lpstr>
      <vt:lpstr>Roboto</vt:lpstr>
      <vt:lpstr>Roboto Slab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Office</cp:lastModifiedBy>
  <cp:revision>4</cp:revision>
  <dcterms:created xsi:type="dcterms:W3CDTF">2026-06-18T08:37:40Z</dcterms:created>
  <dcterms:modified xsi:type="dcterms:W3CDTF">2026-06-18T09:25:30Z</dcterms:modified>
</cp:coreProperties>
</file>